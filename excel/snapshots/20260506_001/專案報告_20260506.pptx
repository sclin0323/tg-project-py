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整體完成率 32%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完成率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E8EEF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已完成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30</c:v>
                </c:pt>
                <c:pt idx="1">
                  <c:v>63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各專案任務分佈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已完成</c:v>
                </c:pt>
              </c:strCache>
            </c:strRef>
          </c:tx>
          <c:spPr>
            <a:solidFill>
              <a:srgbClr val="16A34A"/>
            </a:solidFill>
            <a:effectLst>
              <a:outerShdw sx="100000" sy="100000" kx="0" ky="0" algn="bl" blurRad="76200" rotWithShape="1" dist="25400" dir="8100000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</c:v>
                </c:pt>
                <c:pt idx="2">
                  <c:v>6</c:v>
                </c:pt>
                <c:pt idx="3">
                  <c:v>4</c:v>
                </c:pt>
                <c:pt idx="4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進行中</c:v>
                </c:pt>
              </c:strCache>
            </c:strRef>
          </c:tx>
          <c:spPr>
            <a:solidFill>
              <a:srgbClr val="2E6DB4"/>
            </a:solidFill>
            <a:effectLst>
              <a:outerShdw sx="100000" sy="100000" kx="0" ky="0" algn="bl" blurRad="76200" rotWithShape="1" dist="25400" dir="8100000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風險/延遲</c:v>
                </c:pt>
              </c:strCache>
            </c:strRef>
          </c:tx>
          <c:spPr>
            <a:solidFill>
              <a:srgbClr val="DC2626"/>
            </a:solidFill>
            <a:effectLst>
              <a:outerShdw sx="100000" sy="100000" kx="0" ky="0" algn="bl" blurRad="76200" rotWithShape="1" dist="25400" dir="8100000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0</c:v>
                </c:pt>
                <c:pt idx="2">
                  <c:v>3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待開始</c:v>
                </c:pt>
              </c:strCache>
            </c:strRef>
          </c:tx>
          <c:spPr>
            <a:solidFill>
              <a:srgbClr val="B0BEC5"/>
            </a:solidFill>
            <a:effectLst>
              <a:outerShdw sx="100000" sy="100000" kx="0" ky="0" algn="bl" blurRad="76200" rotWithShape="1" dist="25400" dir="8100000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9</c:v>
                </c:pt>
                <c:pt idx="1">
                  <c:v>15</c:v>
                </c:pt>
                <c:pt idx="2">
                  <c:v>7</c:v>
                </c:pt>
                <c:pt idx="3">
                  <c:v>13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專案管理報告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Status Report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2004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834640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 個專案需立即關注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報告日期　2026/05/06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下次回報　2026/05/13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執行摘要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一頁掌握所有專案 ｜ 2026/05/06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315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31520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589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463040" y="777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需立即關注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097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個專案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27832" y="7315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73152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7589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325112" y="777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需要觀察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25112" y="1097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個專案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9904" y="7315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731520"/>
            <a:ext cx="73152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7589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187184" y="777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進度健康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87184" y="1097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個專案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1783080"/>
            <a:ext cx="4572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1783080"/>
            <a:ext cx="15544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17830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0" y="1783080"/>
            <a:ext cx="77724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1783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63240" y="1783080"/>
            <a:ext cx="141732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1783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80560" y="1783080"/>
            <a:ext cx="10972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1783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77840" y="1783080"/>
            <a:ext cx="8686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1783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偏差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46520" y="1783080"/>
            <a:ext cx="24231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1783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主要關鍵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207568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616" y="218084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21214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2960" y="23500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Jeffery · 注意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0" y="207568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154680" y="225399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54680" y="2253996"/>
            <a:ext cx="435757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80059" y="221742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4680" y="241401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35.2%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480560" y="21214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2026/10/29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480560" y="23500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2026/10/30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77840" y="207568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天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37960" y="207568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Eportal 借支模組整合　延遲 4 天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2578608"/>
            <a:ext cx="859536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6616" y="2683764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" y="2624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團險系統專案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22960" y="28529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· 健康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286000" y="257860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3154680" y="275691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54680" y="2756916"/>
            <a:ext cx="185166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77631" y="272034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54680" y="291693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2.6%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480560" y="2624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2026/09/30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480560" y="28529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2026/09/30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577840" y="257860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準時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537960" y="25786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進度正常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4320" y="308152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6616" y="3186684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2960" y="31272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822960" y="3355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· 警報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286000" y="30815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3154680" y="325983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54680" y="3259836"/>
            <a:ext cx="390083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89914" y="322326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54680" y="341985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52.2%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480560" y="31272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2026/11/26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480560" y="33558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2026/07/31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577840" y="308152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 天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6537960" y="30815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UX 使用者測試 (8人)　延遲 4 天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74320" y="3584448"/>
            <a:ext cx="859536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6616" y="368960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2960" y="3630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822960" y="38587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· 注意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286000" y="35844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3154680" y="376275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154680" y="3762756"/>
            <a:ext cx="274046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412175" y="372618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54680" y="392277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21.6%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4480560" y="3630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2026/12/23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480560" y="3858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2026/12/31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577840" y="358444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 天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6537960" y="35844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資料清洗與標註　標記為延遲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74320" y="408736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6616" y="4192524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22960" y="41330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理賠數位化</a:t>
            </a:r>
            <a:endParaRPr lang="en-US" sz="1150" dirty="0"/>
          </a:p>
        </p:txBody>
      </p:sp>
      <p:sp>
        <p:nvSpPr>
          <p:cNvPr id="90" name="Text 88"/>
          <p:cNvSpPr/>
          <p:nvPr/>
        </p:nvSpPr>
        <p:spPr>
          <a:xfrm>
            <a:off x="822960" y="43616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· 健康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2286000" y="408736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3154680" y="426567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54680" y="4265676"/>
            <a:ext cx="714741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177" y="422910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54680" y="442569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48.9%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4480560" y="41330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2026/07/26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4480560" y="43616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2026/08/30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5577840" y="408736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 天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6537960" y="40873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進度正常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274320" y="47274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需主管裁示事項：5 件　·　詳見後續頁面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任務統計 ｜ 2026/05/06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15544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專案總數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66544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66544" y="777240"/>
            <a:ext cx="1554480" cy="54864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6544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066544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總任務數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67328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67328" y="777240"/>
            <a:ext cx="1554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767328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68112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68112" y="777240"/>
            <a:ext cx="1554480" cy="54864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468112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68896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68896" y="777240"/>
            <a:ext cx="15544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68896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168896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 / 延遲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274320" y="2011680"/>
          <a:ext cx="2926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Chart 1" descr=""/>
          <p:cNvGraphicFramePr/>
          <p:nvPr/>
        </p:nvGraphicFramePr>
        <p:xfrm>
          <a:off x="3383280" y="1920240"/>
          <a:ext cx="5486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Jeffery ｜ 2026/01/30 ～ 2026/10/30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91440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6868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2026/10/29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 1 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48840"/>
            <a:ext cx="855375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01008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35.2%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777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1371600"/>
            <a:ext cx="5394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623" y="1261872"/>
            <a:ext cx="1828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96167" y="25146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37560" y="1298448"/>
            <a:ext cx="2276772" cy="164592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1508760"/>
            <a:ext cx="28254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借支輸入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63240" y="1691640"/>
            <a:ext cx="28254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41099" y="1298448"/>
            <a:ext cx="1559094" cy="164592"/>
          </a:xfrm>
          <a:prstGeom prst="roundRect">
            <a:avLst>
              <a:gd name="adj" fmla="val 22222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779" y="1691640"/>
            <a:ext cx="21077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借支還款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66779" y="1874520"/>
            <a:ext cx="210773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000193" y="1298448"/>
            <a:ext cx="1732327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5873" y="1508760"/>
            <a:ext cx="228096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測試與上線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25873" y="1691640"/>
            <a:ext cx="228096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 (0)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353872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本期無完成任務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 (2)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3756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Eportal 借支模組整合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· 延遲 · 截止 2026/05/02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37560" y="353872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還款流程系統分析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9300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· 進行中 · 截止 2026/05/09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 (1)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63640" y="31729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19088" y="3081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Eportal 借支模組整合　延遲 4 天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19088" y="326440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請關注進度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團險系統專案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｜ 2026/05/02 ～ 2026/09/30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91440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6868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2026/09/30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48840"/>
            <a:ext cx="36347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1058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2.6%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777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1371600"/>
            <a:ext cx="5394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65987" y="1261872"/>
            <a:ext cx="1828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531" y="25146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37560" y="1298448"/>
            <a:ext cx="1726387" cy="164592"/>
          </a:xfrm>
          <a:prstGeom prst="roundRect">
            <a:avLst>
              <a:gd name="adj" fmla="val 22222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1508760"/>
            <a:ext cx="227502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需求與設計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63240" y="1691640"/>
            <a:ext cx="227502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063947" y="1298448"/>
            <a:ext cx="1942186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9627" y="1691640"/>
            <a:ext cx="24908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核心開發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9627" y="1874520"/>
            <a:ext cx="249082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006133" y="1298448"/>
            <a:ext cx="986507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31813" y="1508760"/>
            <a:ext cx="153514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測試階段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31813" y="1691640"/>
            <a:ext cx="153514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869326" y="1298448"/>
            <a:ext cx="863194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95006" y="1691640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上線準備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595006" y="1874520"/>
            <a:ext cx="141183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 (0)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353872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本期無完成任務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 (2)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37560" y="317296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 設計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Curtis · 進行中 · 截止 2026/06/27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37560" y="353872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9300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介面設計文件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49300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· 進行中 · 截止 2026/06/27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 (0)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63640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目前無風險議題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｜ 2026/02/01 ～ 2026/07/31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91440" cy="187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68680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2026/11/26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落後 90 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48840"/>
            <a:ext cx="765719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12946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52.2%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777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1371600"/>
            <a:ext cx="5394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59645" y="1261872"/>
            <a:ext cx="1828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0189" y="25146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37560" y="1298448"/>
            <a:ext cx="2697480" cy="164592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150876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重新設計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63240" y="169164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105908" y="1298448"/>
            <a:ext cx="2817368" cy="164592"/>
          </a:xfrm>
          <a:prstGeom prst="roundRect">
            <a:avLst>
              <a:gd name="adj" fmla="val 22222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1588" y="1691640"/>
            <a:ext cx="3366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前端開發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31588" y="1874520"/>
            <a:ext cx="3366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96384" y="1298448"/>
            <a:ext cx="2068068" cy="164592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22064" y="1508760"/>
            <a:ext cx="26167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API 整合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22064" y="1691640"/>
            <a:ext cx="26167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825236" y="1298448"/>
            <a:ext cx="2907284" cy="164592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0916" y="1691640"/>
            <a:ext cx="34559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測試與上架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50916" y="1874520"/>
            <a:ext cx="34559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 (2)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317296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建立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· 2026/05/01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1480" y="353872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高擬真原型 (Figma)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692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· 2026/04/30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 (6)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33756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使用者測試 (8人)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· 風險 · 截止 2026/05/02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337560" y="353872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9300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保戶身分驗證 (生物識別)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49300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· 延遲 · 截止 2026/05/02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337560" y="390448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93008" y="381304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效能測試 (冷啟動&lt;2秒)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493008" y="399592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· 風險 · 截止 2026/05/02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337560" y="427024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93008" y="417880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推播後端 (FCM/APNs)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493008" y="436168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· 進行中 · 截止 2026/05/23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337560" y="463600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93008" y="454456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主頁面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493008" y="472744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· 進行中 · 截止 2026/06/02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 (3)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26364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19088" y="3081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UX 使用者測試 (8人)　延遲 4 天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419088" y="326440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263640" y="353872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19088" y="34472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保戶身分驗證 (生物識別)　延遲 4 天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419088" y="363016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263640" y="390448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19088" y="38130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效能測試 (冷啟動&lt;2秒)　延遲 4 天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419088" y="399592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｜ 2026/03/01 ～ 2026/12/31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91440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6868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2026/12/23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 8 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48840"/>
            <a:ext cx="53794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1459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21.6%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777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1371600"/>
            <a:ext cx="5394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04030" y="1261872"/>
            <a:ext cx="1828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84574" y="25146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37560" y="1298448"/>
            <a:ext cx="972862" cy="164592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1508760"/>
            <a:ext cx="15215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需求與資料蒐集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63240" y="1691640"/>
            <a:ext cx="152150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310422" y="1298448"/>
            <a:ext cx="1609644" cy="164592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36102" y="1691640"/>
            <a:ext cx="21582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模型開發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36102" y="1874520"/>
            <a:ext cx="21582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920065" y="1298448"/>
            <a:ext cx="1114369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45745" y="1508760"/>
            <a:ext cx="16630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系統整合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45745" y="1691640"/>
            <a:ext cx="166300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034434" y="1298448"/>
            <a:ext cx="1698086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0114" y="1691640"/>
            <a:ext cx="22467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測試與上線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60114" y="1874520"/>
            <a:ext cx="224672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 (1)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317296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個資合規審查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· 2026/04/28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 (1)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33756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資料清洗與標註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· 延遲 · 截止 2026/05/16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 (1)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6364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9088" y="3081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資料清洗與標註　標記為延遲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19088" y="326440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理賠數位化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｜ 2026/01/15 ～ 2026/08/30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91440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6868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2026/07/26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 35 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48840"/>
            <a:ext cx="1403010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32981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48.9%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777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1371600"/>
            <a:ext cx="5394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77472" y="1261872"/>
            <a:ext cx="1828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58016" y="25146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37560" y="1298448"/>
            <a:ext cx="1497280" cy="164592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1508760"/>
            <a:ext cx="20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需求與設計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63240" y="1691640"/>
            <a:ext cx="20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739774" y="1298448"/>
            <a:ext cx="1164551" cy="164592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5454" y="1691640"/>
            <a:ext cx="171319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前端開發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65454" y="1874520"/>
            <a:ext cx="17131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39774" y="1298448"/>
            <a:ext cx="1497280" cy="164592"/>
          </a:xfrm>
          <a:prstGeom prst="roundRect">
            <a:avLst>
              <a:gd name="adj" fmla="val 22222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5454" y="1508760"/>
            <a:ext cx="20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+ OCR 整合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65454" y="1691640"/>
            <a:ext cx="20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403418" y="1298448"/>
            <a:ext cx="2329102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9098" y="1691640"/>
            <a:ext cx="2877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測試與上線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29098" y="1874520"/>
            <a:ext cx="287774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 (5)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317296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電子核賠通知 (Email/簡訊)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· 2026/05/04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1480" y="353872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工作流引擎 (審核流程)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692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· 2026/05/03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11480" y="390448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381304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服務整合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6928" y="399592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Cathy · 2026/05/02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11480" y="427024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417880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進度查詢頁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66928" y="436168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· 2026/05/01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11480" y="463600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" y="454456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理賠人員審核介面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66928" y="472744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· 2026/04/23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 (1)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337560" y="317296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理賠批次作業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· 進行中 · 截止 2026/05/17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 (0)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263640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目前無風險議題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需主管裁示事項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按嚴重度排序 ｜ 5 件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54864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777240"/>
            <a:ext cx="12801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7772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03120" y="777240"/>
            <a:ext cx="237744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777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777240"/>
            <a:ext cx="21945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777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影響評估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0" y="777240"/>
            <a:ext cx="21945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777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建議行動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1064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243584"/>
            <a:ext cx="365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2435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11521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" y="14721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Vincent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94560" y="11521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UX 使用者測試 (8人)　延遲 4 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11521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測試結果不佳，主流程需重做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66560" y="11521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1792224"/>
            <a:ext cx="8595360" cy="68580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929384"/>
            <a:ext cx="365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9293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" y="18379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6112" y="21579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Brian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194560" y="18379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保戶身分驗證 (生物識別)　延遲 4 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18379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FaceID/指紋整合測試失敗，需資安團隊協助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66560" y="18379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4780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2615184"/>
            <a:ext cx="365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6151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96112" y="25237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96112" y="28437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Mia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194560" y="25237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效能測試 (冷啟動&lt;2秒)　延遲 4 天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0" y="25237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目前冷啟動 4.5 秒，未達標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66560" y="25237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163824"/>
            <a:ext cx="8595360" cy="68580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300984"/>
            <a:ext cx="365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3009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96112" y="32095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96112" y="35295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Henry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194560" y="32095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資料清洗與標註　標記為延遲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0" y="32095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標註人力不足，已找外包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66560" y="32095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8496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3986784"/>
            <a:ext cx="3657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9867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96112" y="38953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96112" y="42153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Andy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194560" y="38953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Eportal 借支模組整合　延遲 4 天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0" y="38953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Eportal API 規格確認中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766560" y="38953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請關注進度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本期報告日期：2026/05/06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下次回報日期：2026/05/13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專案管理報告</dc:title>
  <dc:subject>PptxGenJS Presentation</dc:subject>
  <dc:creator>PptxGenJS</dc:creator>
  <cp:lastModifiedBy>PptxGenJS</cp:lastModifiedBy>
  <cp:revision>1</cp:revision>
  <dcterms:created xsi:type="dcterms:W3CDTF">2026-05-06T03:05:58Z</dcterms:created>
  <dcterms:modified xsi:type="dcterms:W3CDTF">2026-05-06T03:05:58Z</dcterms:modified>
</cp:coreProperties>
</file>