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整體完成率 32%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E8EEF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各專案任務分佈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16A34A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進行中</c:v>
                </c:pt>
              </c:strCache>
            </c:strRef>
          </c:tx>
          <c:spPr>
            <a:solidFill>
              <a:srgbClr val="2E6DB4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風險/延遲</c:v>
                </c:pt>
              </c:strCache>
            </c:strRef>
          </c:tx>
          <c:spPr>
            <a:solidFill>
              <a:srgbClr val="DC2626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待開始</c:v>
                </c:pt>
              </c:strCache>
            </c:strRef>
          </c:tx>
          <c:spPr>
            <a:solidFill>
              <a:srgbClr val="B0BEC5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7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專案管理報告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Status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200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個專案需立即關注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報告日期　2026/05/06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　2026/05/13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一頁掌握所有專案 ｜ 2026/05/06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3152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463040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需立即關注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7832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7315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325112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需要觀察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5112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731520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187184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進度健康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87184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178308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1783080"/>
            <a:ext cx="1554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783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1783080"/>
            <a:ext cx="7772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783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1783080"/>
            <a:ext cx="14173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1783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1783080"/>
            <a:ext cx="1097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783080"/>
            <a:ext cx="8686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1783080"/>
            <a:ext cx="2423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主要關鍵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07568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" y="218084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2350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· 注意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20756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154680" y="225399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2253996"/>
            <a:ext cx="435757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0059" y="221742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41401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35.2%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80560" y="2121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2026/10/29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80560" y="2350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2026/10/30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207568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天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2075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4 天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57860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" y="26837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22960" y="28529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健康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86000" y="25786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154680" y="275691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54680" y="2756916"/>
            <a:ext cx="185166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77631" y="272034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54680" y="291693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2.6%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48056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480560" y="2852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2026/09/30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77840" y="25786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537960" y="2578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08152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" y="31866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229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警報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286000" y="3081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3154680" y="325983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54680" y="3259836"/>
            <a:ext cx="390083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89914" y="322326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54680" y="341985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52.2%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80560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2026/11/26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480560" y="3355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2026/07/31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77840" y="308152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天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537960" y="30815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4 天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358444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" y="368960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822960" y="38587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· 注意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286000" y="35844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3154680" y="376275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54680" y="3762756"/>
            <a:ext cx="27404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12175" y="372618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54680" y="392277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21.6%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480560" y="3630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2026/12/23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480560" y="3858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2026/12/31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577840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 天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537960" y="3584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74320" y="408736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6616" y="419252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822960" y="43616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· 健康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286000" y="40873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3154680" y="426567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54680" y="4265676"/>
            <a:ext cx="714741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177" y="422910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54680" y="442569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48.9%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48056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2026/07/26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4480560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2026/08/30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577840" y="408736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 天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6537960" y="4087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需主管裁示事項：5 件　·　詳見後續頁面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任務統計 ｜ 2026/05/06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1554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專案總數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66544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66544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066544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7328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777240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67328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68112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68112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8896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68896" y="777240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68896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延遲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201168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3383280" y="19202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｜ 2026/01/30 ～ 2026/10/30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2026/10/29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1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85537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0100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35.2%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656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6200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2276772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2825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借支輸入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28254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1099" y="1298448"/>
            <a:ext cx="1559094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779" y="1691640"/>
            <a:ext cx="21077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借支還款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779" y="1874520"/>
            <a:ext cx="210773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00193" y="1298448"/>
            <a:ext cx="1732327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5873" y="1508760"/>
            <a:ext cx="22809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5873" y="1691640"/>
            <a:ext cx="228096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(2)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借支模組整合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延遲 · 截止 2026/05/02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還款流程系統分析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進行中 · 截止 2026/05/09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(1)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4 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｜ 2026/05/02 ～ 2026/09/30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36347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05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66028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572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1726387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227502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227502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63947" y="1298448"/>
            <a:ext cx="1942186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9627" y="1691640"/>
            <a:ext cx="24908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9627" y="1874520"/>
            <a:ext cx="24908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06133" y="1298448"/>
            <a:ext cx="986507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1813" y="1508760"/>
            <a:ext cx="15351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測試階段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31813" y="1691640"/>
            <a:ext cx="15351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869326" y="1298448"/>
            <a:ext cx="863194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5006" y="1691640"/>
            <a:ext cx="141183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上線準備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95006" y="1874520"/>
            <a:ext cx="141183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(2)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設計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進行中 · 截止 2026/06/27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介面設計文件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進行中 · 截止 2026/06/27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(0)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目前無風險議題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｜ 2026/02/01 ～ 2026/07/31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90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765719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12946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52.2%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9685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0229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2697480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重新設計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05908" y="1298448"/>
            <a:ext cx="2817368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1588" y="1691640"/>
            <a:ext cx="3366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31588" y="1874520"/>
            <a:ext cx="3366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96384" y="1298448"/>
            <a:ext cx="2068068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2064" y="1508760"/>
            <a:ext cx="26167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 整合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22064" y="1691640"/>
            <a:ext cx="26167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25236" y="1298448"/>
            <a:ext cx="2907284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916" y="1691640"/>
            <a:ext cx="3455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測試與上架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50916" y="1874520"/>
            <a:ext cx="34559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(2)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建立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2026/05/01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高擬真原型 (Figma)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2026/04/30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(6)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使用者測試 (8人)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風險 · 截止 2026/05/02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保戶身分驗證 (生物識別)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延遲 · 截止 2026/05/02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3756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9300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效能測試 (冷啟動&lt;2秒)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49300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風險 · 截止 2026/05/02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37560" y="427024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9300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推播後端 (FCM/APNs)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9300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進行中 · 截止 2026/05/23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37560" y="463600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9300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主頁面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49300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進行中 · 截止 2026/06/02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(3)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4 天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26364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9088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4 天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19088" y="36301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19088" y="3813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4 天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19088" y="399592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｜ 2026/03/01 ～ 2026/12/31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2026/12/23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8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53794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1459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21.6%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4054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4598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972862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15215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需求與資料蒐集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152150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10422" y="1298448"/>
            <a:ext cx="1609644" cy="164592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36102" y="1691640"/>
            <a:ext cx="21582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36102" y="1874520"/>
            <a:ext cx="21582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20065" y="1298448"/>
            <a:ext cx="1114369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5745" y="1508760"/>
            <a:ext cx="16630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系統整合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45745" y="1691640"/>
            <a:ext cx="166300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034434" y="1298448"/>
            <a:ext cx="1698086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0114" y="1691640"/>
            <a:ext cx="2246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0114" y="1874520"/>
            <a:ext cx="22467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(1)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個資合規審查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· 2026/04/28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(1)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資料清洗與標註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· 延遲 · 截止 2026/05/16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(1)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｜ 2026/01/15 ～ 2026/08/30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2026/07/26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35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140301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32981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48.9%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777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371600"/>
            <a:ext cx="5394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77503" y="1261872"/>
            <a:ext cx="1828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8047" y="2514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1298448"/>
            <a:ext cx="1497280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508760"/>
            <a:ext cx="20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3240" y="1691640"/>
            <a:ext cx="20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39774" y="1298448"/>
            <a:ext cx="1164551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5454" y="1691640"/>
            <a:ext cx="171319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65454" y="1874520"/>
            <a:ext cx="17131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39774" y="1298448"/>
            <a:ext cx="1497280" cy="164592"/>
          </a:xfrm>
          <a:prstGeom prst="roundRect">
            <a:avLst>
              <a:gd name="adj" fmla="val 22222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5454" y="1508760"/>
            <a:ext cx="20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+ OCR 整合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65454" y="1691640"/>
            <a:ext cx="20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03418" y="1298448"/>
            <a:ext cx="2329102" cy="164592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9098" y="1691640"/>
            <a:ext cx="2877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9098" y="1874520"/>
            <a:ext cx="287774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(5)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電子核賠通知 (Email/簡訊)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工作流引擎 (審核流程)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2026/05/03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1480" y="39044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服務整合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Cathy · 2026/05/02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1480" y="427024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進度查詢頁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692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463600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理賠人員審核介面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· 2026/04/23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(1)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理賠批次作業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進行中 · 截止 2026/05/17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(0)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目前無風險議題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按嚴重度排序 ｜ 5 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5486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777240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777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777240"/>
            <a:ext cx="23774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影響評估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建議行動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106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2435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243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11521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14721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Vincent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94560" y="11521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4 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測試結果不佳，主流程需重做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7922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9293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293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1837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21579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Brian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94560" y="18379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4 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FaceID/指紋整合測試失敗，需資安團隊協助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4780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6151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15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" y="25237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" y="28437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Mia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94560" y="2523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4 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目前冷啟動 4.5 秒，未達標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1638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3009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009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6112" y="32095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6112" y="35295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Henry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94560" y="32095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標註人力不足，已找外包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8496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986784"/>
            <a:ext cx="365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867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6112" y="38953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" y="42153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194560" y="38953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4 天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0" y="38953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API 規格確認中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766560" y="38953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本期報告日期：2026/05/06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下次回報日期：2026/05/13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專案管理報告</dc:title>
  <dc:subject>PptxGenJS Presentation</dc:subject>
  <dc:creator>PptxGenJS</dc:creator>
  <cp:lastModifiedBy>PptxGenJS</cp:lastModifiedBy>
  <cp:revision>1</cp:revision>
  <dcterms:created xsi:type="dcterms:W3CDTF">2026-05-06T03:07:53Z</dcterms:created>
  <dcterms:modified xsi:type="dcterms:W3CDTF">2026-05-06T03:07:53Z</dcterms:modified>
</cp:coreProperties>
</file>