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8EEF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16A34A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>
            <a:solidFill>
              <a:srgbClr val="2E6DB4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>
            <a:solidFill>
              <a:srgbClr val="DC2626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>
            <a:solidFill>
              <a:srgbClr val="B0BEC5"/>
            </a:solidFill>
            <a:effectLst>
              <a:outerShdw sx="100000" sy="100000" kx="0" ky="0" algn="bl" blurRad="762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專案管理報告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Status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2004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個專案需立即關注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報告日期　2026/05/12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　2026/05/19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一頁掌握所有專案 ｜ 2026/05/12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31520"/>
            <a:ext cx="73152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463040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需立即關注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27832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7315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25112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25112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73152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9904" y="731520"/>
            <a:ext cx="73152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75895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187184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進度健康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87184" y="1097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783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7830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1783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主要關鍵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07568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218084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21214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2960" y="235000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· 注意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0" y="207568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154680" y="225399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2253996"/>
            <a:ext cx="435757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7217" y="221742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41401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37.4%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480560" y="2121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80560" y="23500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2026/10/30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77840" y="207568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天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537960" y="20756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" y="26837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2624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22960" y="285292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健康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286000" y="257860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154680" y="275691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54680" y="2756916"/>
            <a:ext cx="185166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27009" y="272034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291693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6.6%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48056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480560" y="28529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2026/09/30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77840" y="257860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537960" y="2578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08152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" y="3186684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229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警報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286000" y="308152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3154680" y="325983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54680" y="3259836"/>
            <a:ext cx="390083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831885" y="322326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54680" y="341985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55.6%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80560" y="3127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480560" y="33558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2026/07/31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77840" y="30815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天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537960" y="30815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3584448"/>
            <a:ext cx="8595360" cy="5029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" y="368960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822960" y="38587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· 注意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286000" y="358444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3154680" y="376275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54680" y="3762756"/>
            <a:ext cx="274046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36864" y="372618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392277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23.6%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480560" y="3630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480560" y="3858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2026/12/31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577840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天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537960" y="35844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74320" y="4087368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6616" y="419252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822960" y="4361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· 健康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286000" y="4087368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3154680" y="4265676"/>
            <a:ext cx="1234440" cy="14630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54680" y="4265676"/>
            <a:ext cx="714741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81273" y="4229100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54680" y="4425696"/>
            <a:ext cx="1234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51.5%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48056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4480560" y="43616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2026/08/30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577840" y="408736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天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6537960" y="40873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需主管裁示事項：5 件　·　詳見後續頁面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任務統計 ｜ 2026/05/12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專案總數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66544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66544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066544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67328" y="777240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767328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68112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777240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68112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68896" y="77724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68896" y="777240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868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68896" y="14173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延遲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201168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3383280" y="19202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｜ 2026/01/30 ～ 2026/10/30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16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855375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4318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37.4%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3152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6528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272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111412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844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71604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348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301181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8613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905817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3249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9094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838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095586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3018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700222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27654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514835" y="1024128"/>
            <a:ext cx="18288" cy="1536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1099" y="2404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0" y="11612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借支輸入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24528" y="1161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26280" y="122529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6280" y="1225296"/>
            <a:ext cx="1543188" cy="1463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1225296"/>
            <a:ext cx="1794405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43560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1435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借支還款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24528" y="14356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26280" y="149961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84154" y="149961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84154" y="1499616"/>
            <a:ext cx="1228777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17099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1709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2245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26280" y="177393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12932" y="177393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12932" y="1773936"/>
            <a:ext cx="1365308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(3)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借支模組整合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延遲 · 截止 2026/05/02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還款流程系統分析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延遲 · 截止 2026/05/09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337560" y="390448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9300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 API 設計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349300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待開始 · 截止 2026/05/23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(2)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需協助排除阻礙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19088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419088" y="36301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｜ 2026/05/02 ～ 2026/09/30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36347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985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6.6%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3152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5187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2619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84095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1527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73729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473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490504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17936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19411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6843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70381" y="1024128"/>
            <a:ext cx="18288" cy="1536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6645" y="2404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0" y="11612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24528" y="1161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26280" y="122529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1225296"/>
            <a:ext cx="816376" cy="146304"/>
          </a:xfrm>
          <a:prstGeom prst="roundRect">
            <a:avLst>
              <a:gd name="adj" fmla="val 250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26280" y="1225296"/>
            <a:ext cx="1360627" cy="146304"/>
          </a:xfrm>
          <a:prstGeom prst="roundRect">
            <a:avLst>
              <a:gd name="adj" fmla="val 25000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143560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435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核心開發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24528" y="14356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26280" y="149961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86907" y="149961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86907" y="1499616"/>
            <a:ext cx="1530706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17099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1709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測試階段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2245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26280" y="177393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17613" y="177393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17613" y="1773936"/>
            <a:ext cx="777501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198424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46120" y="1984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上線準備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224528" y="19842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26280" y="204825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97926" y="204825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97926" y="2048256"/>
            <a:ext cx="680314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(2)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設計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進行中 · 截止 2026/06/27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介面設計文件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進行中 · 截止 2026/06/27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｜ 2026/02/01 ～ 2026/07/31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90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765719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95333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55.6%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3152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187696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5128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19978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7410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628638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070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6092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06958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701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89327" y="1024128"/>
            <a:ext cx="18288" cy="1536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5591" y="2404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200400" y="11612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重新設計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24528" y="1161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26280" y="122529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1225296"/>
            <a:ext cx="1700784" cy="1463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26280" y="1225296"/>
            <a:ext cx="2125980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143560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1435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24528" y="14356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26280" y="149961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19978" y="1499616"/>
            <a:ext cx="377480" cy="146304"/>
          </a:xfrm>
          <a:prstGeom prst="roundRect">
            <a:avLst>
              <a:gd name="adj" fmla="val 250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19978" y="1499616"/>
            <a:ext cx="2220468" cy="146304"/>
          </a:xfrm>
          <a:prstGeom prst="roundRect">
            <a:avLst>
              <a:gd name="adj" fmla="val 25000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17099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1709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 整合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2245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26280" y="177393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18404" y="1773936"/>
            <a:ext cx="537873" cy="1463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18404" y="1773936"/>
            <a:ext cx="1629918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0" y="198424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1984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測試與上架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224528" y="19842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26280" y="204825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86906" y="204825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86906" y="2048256"/>
            <a:ext cx="2291334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(2)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建立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2026/05/01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高擬真原型 (Figma)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2026/04/30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(6)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使用者測試 (8人)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風險 · 截止 2026/05/02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33756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9300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保戶身分驗證 (生物識別)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49300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延遲 · 截止 2026/05/02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33756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9300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 (冷啟動&lt;2秒)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49300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風險 · 截止 2026/05/02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337560" y="427024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9300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推播後端 (FCM/APNs)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49300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進行中 · 截止 2026/05/23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337560" y="463600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93008" y="45445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主頁面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493008" y="472744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進行中 · 截止 2026/06/02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(3)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263640" y="353872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19088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419088" y="36301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263640" y="39044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19088" y="3813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419088" y="399592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｜ 2026/03/01 ～ 2026/12/31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19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53794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9922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23.6%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3152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58446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5878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76672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104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08838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6270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227064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5923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666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091397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8829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509622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7054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94178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922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360014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7446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26774" y="1024128"/>
            <a:ext cx="18288" cy="1536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3038" y="2404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00400" y="11612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需求與資料蒐集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24528" y="1161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26280" y="122529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1225296"/>
            <a:ext cx="766747" cy="146304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26280" y="1225296"/>
            <a:ext cx="766747" cy="146304"/>
          </a:xfrm>
          <a:prstGeom prst="roundRect">
            <a:avLst>
              <a:gd name="adj" fmla="val 25000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143560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1435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模型開發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224528" y="14356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26280" y="149961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93027" y="149961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93027" y="1499616"/>
            <a:ext cx="1268618" cy="146304"/>
          </a:xfrm>
          <a:prstGeom prst="roundRect">
            <a:avLst>
              <a:gd name="adj" fmla="val 25000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17099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1709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245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26280" y="177393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61644" y="177393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61644" y="1773936"/>
            <a:ext cx="878274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198424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46120" y="1984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224528" y="19842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26280" y="204825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39918" y="204825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39918" y="2048256"/>
            <a:ext cx="1338322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(0)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11480" y="353872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資料清洗與標註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· 延遲 · 截止 2026/05/16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(1)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263640" y="317296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19088" y="3081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419088" y="326440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｜ 2026/01/15 ～ 2026/08/30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315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31520"/>
            <a:ext cx="91440" cy="1874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868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14173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25 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2423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48840"/>
            <a:ext cx="140301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5983" y="2112264"/>
            <a:ext cx="18288" cy="23774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7744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51.5%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31520"/>
            <a:ext cx="56692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31520"/>
            <a:ext cx="56692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731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4709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2141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369180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6612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9844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7276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511777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9209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092441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9873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654374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1806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235038" y="1024128"/>
            <a:ext cx="9144" cy="15819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2470" y="10241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716597" y="1024128"/>
            <a:ext cx="18288" cy="15361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2861" y="2404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00400" y="116128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24528" y="116128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26280" y="122529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26280" y="1225296"/>
            <a:ext cx="1180059" cy="146304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26280" y="1225296"/>
            <a:ext cx="1180059" cy="146304"/>
          </a:xfrm>
          <a:prstGeom prst="roundRect">
            <a:avLst>
              <a:gd name="adj" fmla="val 25000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143560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14356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224528" y="143560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26280" y="149961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31415" y="1499616"/>
            <a:ext cx="917824" cy="146304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31415" y="1499616"/>
            <a:ext cx="917824" cy="146304"/>
          </a:xfrm>
          <a:prstGeom prst="roundRect">
            <a:avLst>
              <a:gd name="adj" fmla="val 25000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1709928"/>
            <a:ext cx="5669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17099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+ OCR 整合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2245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26280" y="177393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31415" y="1773936"/>
            <a:ext cx="944048" cy="146304"/>
          </a:xfrm>
          <a:prstGeom prst="roundRect">
            <a:avLst>
              <a:gd name="adj" fmla="val 250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31415" y="1773936"/>
            <a:ext cx="1180059" cy="146304"/>
          </a:xfrm>
          <a:prstGeom prst="roundRect">
            <a:avLst>
              <a:gd name="adj" fmla="val 25000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0" y="1984248"/>
            <a:ext cx="5669280" cy="27432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1984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224528" y="19842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26280" y="2048256"/>
            <a:ext cx="4251960" cy="146304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2592" y="2048256"/>
            <a:ext cx="73152" cy="14630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42592" y="2048256"/>
            <a:ext cx="1835648" cy="146304"/>
          </a:xfrm>
          <a:prstGeom prst="roundRect">
            <a:avLst>
              <a:gd name="adj" fmla="val 25000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2697480"/>
            <a:ext cx="2862072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 (4)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11480" y="317296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692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電子核賠通知 (Email/簡訊)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6692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2026/05/04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11480" y="353872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6928" y="344728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工作流引擎 (審核流程)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66928" y="363016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2026/05/03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11480" y="39044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" y="381304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服務整合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66928" y="399592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· 2026/05/02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11480" y="427024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6928" y="417880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進度查詢頁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66928" y="436168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0" y="2697480"/>
            <a:ext cx="28620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200400" y="2697480"/>
            <a:ext cx="2862072" cy="2926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26974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 (1)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337560" y="3172968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93008" y="308152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理賠批次作業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493008" y="3264408"/>
            <a:ext cx="2496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進行中 · 截止 2026/05/17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26480" y="269748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126480" y="269748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6364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 (0)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263640" y="35387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目前無風險議題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按嚴重度排序 ｜ 6 件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777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777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影響評估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777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1064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243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11521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14721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Vincent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94560" y="11521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測試結果不佳，主流程需重做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1152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29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21579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Brian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94560" y="18379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FaceID/指紋整合測試失敗，需資安團隊協助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18379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4780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6151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" y="25237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" y="28437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Mia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94560" y="25237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目前冷啟動 4.5 秒，未達標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66560" y="25237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1638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009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96112" y="32095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6112" y="35295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Henry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194560" y="32095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標註人力不足，已找外包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2095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84962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9867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96112" y="38953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" y="42153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94560" y="38953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API 規格確認中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766560" y="38953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需協助排除阻礙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4535424"/>
            <a:ext cx="859536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672584"/>
            <a:ext cx="3657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6725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96112" y="45811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96112" y="4901184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194560" y="458114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0" y="4581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66560" y="458114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本期報告日期：2026/05/12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下次回報日期：2026/05/19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>PptxGenJS</cp:lastModifiedBy>
  <cp:revision>1</cp:revision>
  <dcterms:created xsi:type="dcterms:W3CDTF">2026-05-12T02:09:02Z</dcterms:created>
  <dcterms:modified xsi:type="dcterms:W3CDTF">2026-05-12T02:09:02Z</dcterms:modified>
</cp:coreProperties>
</file>